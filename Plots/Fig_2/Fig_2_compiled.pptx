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535A9E-6703-4D36-878D-CE327F54E7AF}" v="19" dt="2026-03-17T21:04:32.8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6089" autoAdjust="0"/>
  </p:normalViewPr>
  <p:slideViewPr>
    <p:cSldViewPr snapToGrid="0">
      <p:cViewPr>
        <p:scale>
          <a:sx n="69" d="100"/>
          <a:sy n="69" d="100"/>
        </p:scale>
        <p:origin x="2040" y="10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e Parker" userId="2917054de0bc48a0" providerId="LiveId" clId="{F1CEFB28-C78A-4591-A5A8-1345B4514FFC}"/>
    <pc:docChg chg="undo redo custSel addSld delSld modSld">
      <pc:chgData name="Kate Parker" userId="2917054de0bc48a0" providerId="LiveId" clId="{F1CEFB28-C78A-4591-A5A8-1345B4514FFC}" dt="2026-03-17T21:15:40.610" v="271" actId="1076"/>
      <pc:docMkLst>
        <pc:docMk/>
      </pc:docMkLst>
      <pc:sldChg chg="addSp delSp modSp del mod">
        <pc:chgData name="Kate Parker" userId="2917054de0bc48a0" providerId="LiveId" clId="{F1CEFB28-C78A-4591-A5A8-1345B4514FFC}" dt="2026-03-17T15:28:53.078" v="137" actId="2696"/>
        <pc:sldMkLst>
          <pc:docMk/>
          <pc:sldMk cId="1301716188" sldId="256"/>
        </pc:sldMkLst>
        <pc:grpChg chg="mod">
          <ac:chgData name="Kate Parker" userId="2917054de0bc48a0" providerId="LiveId" clId="{F1CEFB28-C78A-4591-A5A8-1345B4514FFC}" dt="2026-03-17T15:26:22.297" v="109" actId="1076"/>
          <ac:grpSpMkLst>
            <pc:docMk/>
            <pc:sldMk cId="1301716188" sldId="256"/>
            <ac:grpSpMk id="14" creationId="{FED7F5F5-13F9-3C1F-332F-546A6C70E6D3}"/>
          </ac:grpSpMkLst>
        </pc:grpChg>
        <pc:picChg chg="add mod ord modCrop">
          <ac:chgData name="Kate Parker" userId="2917054de0bc48a0" providerId="LiveId" clId="{F1CEFB28-C78A-4591-A5A8-1345B4514FFC}" dt="2026-03-16T18:13:04.380" v="104" actId="1076"/>
          <ac:picMkLst>
            <pc:docMk/>
            <pc:sldMk cId="1301716188" sldId="256"/>
            <ac:picMk id="9" creationId="{56451852-97F1-EAFF-0F96-CF79C4F324FD}"/>
          </ac:picMkLst>
        </pc:picChg>
      </pc:sldChg>
      <pc:sldChg chg="addSp delSp modSp new mod modNotesTx">
        <pc:chgData name="Kate Parker" userId="2917054de0bc48a0" providerId="LiveId" clId="{F1CEFB28-C78A-4591-A5A8-1345B4514FFC}" dt="2026-03-17T21:15:40.610" v="271" actId="1076"/>
        <pc:sldMkLst>
          <pc:docMk/>
          <pc:sldMk cId="2400408542" sldId="257"/>
        </pc:sldMkLst>
        <pc:spChg chg="del">
          <ac:chgData name="Kate Parker" userId="2917054de0bc48a0" providerId="LiveId" clId="{F1CEFB28-C78A-4591-A5A8-1345B4514FFC}" dt="2026-03-16T18:13:16.426" v="107" actId="478"/>
          <ac:spMkLst>
            <pc:docMk/>
            <pc:sldMk cId="2400408542" sldId="257"/>
            <ac:spMk id="2" creationId="{3AC24D60-9F2D-B2C7-F6AA-CCCE5CAAC9D4}"/>
          </ac:spMkLst>
        </pc:spChg>
        <pc:spChg chg="del">
          <ac:chgData name="Kate Parker" userId="2917054de0bc48a0" providerId="LiveId" clId="{F1CEFB28-C78A-4591-A5A8-1345B4514FFC}" dt="2026-03-16T18:13:15.371" v="106" actId="478"/>
          <ac:spMkLst>
            <pc:docMk/>
            <pc:sldMk cId="2400408542" sldId="257"/>
            <ac:spMk id="3" creationId="{AD14E657-09AE-24A3-747A-EA23B331961F}"/>
          </ac:spMkLst>
        </pc:spChg>
        <pc:spChg chg="add mod topLvl">
          <ac:chgData name="Kate Parker" userId="2917054de0bc48a0" providerId="LiveId" clId="{F1CEFB28-C78A-4591-A5A8-1345B4514FFC}" dt="2026-03-17T15:37:48.649" v="167" actId="165"/>
          <ac:spMkLst>
            <pc:docMk/>
            <pc:sldMk cId="2400408542" sldId="257"/>
            <ac:spMk id="4" creationId="{810E7315-DB54-CBDD-760C-64FDB704189B}"/>
          </ac:spMkLst>
        </pc:spChg>
        <pc:spChg chg="add mod topLvl">
          <ac:chgData name="Kate Parker" userId="2917054de0bc48a0" providerId="LiveId" clId="{F1CEFB28-C78A-4591-A5A8-1345B4514FFC}" dt="2026-03-17T15:37:48.649" v="167" actId="165"/>
          <ac:spMkLst>
            <pc:docMk/>
            <pc:sldMk cId="2400408542" sldId="257"/>
            <ac:spMk id="10" creationId="{C1C5C9AE-FFD3-5641-F247-0C2DA922FD21}"/>
          </ac:spMkLst>
        </pc:spChg>
        <pc:spChg chg="add mod topLvl">
          <ac:chgData name="Kate Parker" userId="2917054de0bc48a0" providerId="LiveId" clId="{F1CEFB28-C78A-4591-A5A8-1345B4514FFC}" dt="2026-03-17T15:37:48.649" v="167" actId="165"/>
          <ac:spMkLst>
            <pc:docMk/>
            <pc:sldMk cId="2400408542" sldId="257"/>
            <ac:spMk id="11" creationId="{91C46049-EA2C-2FD2-DAC6-1300000BE860}"/>
          </ac:spMkLst>
        </pc:spChg>
        <pc:spChg chg="add mod topLvl">
          <ac:chgData name="Kate Parker" userId="2917054de0bc48a0" providerId="LiveId" clId="{F1CEFB28-C78A-4591-A5A8-1345B4514FFC}" dt="2026-03-17T15:37:48.649" v="167" actId="165"/>
          <ac:spMkLst>
            <pc:docMk/>
            <pc:sldMk cId="2400408542" sldId="257"/>
            <ac:spMk id="12" creationId="{F5B67999-4C99-372A-90A3-FACF9EC02339}"/>
          </ac:spMkLst>
        </pc:spChg>
        <pc:spChg chg="add mod topLvl">
          <ac:chgData name="Kate Parker" userId="2917054de0bc48a0" providerId="LiveId" clId="{F1CEFB28-C78A-4591-A5A8-1345B4514FFC}" dt="2026-03-17T15:38:44.417" v="179" actId="403"/>
          <ac:spMkLst>
            <pc:docMk/>
            <pc:sldMk cId="2400408542" sldId="257"/>
            <ac:spMk id="13" creationId="{F375EC5E-1547-F215-B182-C1ED9D355CF9}"/>
          </ac:spMkLst>
        </pc:spChg>
        <pc:spChg chg="add mod topLvl">
          <ac:chgData name="Kate Parker" userId="2917054de0bc48a0" providerId="LiveId" clId="{F1CEFB28-C78A-4591-A5A8-1345B4514FFC}" dt="2026-03-17T15:38:51.159" v="181" actId="403"/>
          <ac:spMkLst>
            <pc:docMk/>
            <pc:sldMk cId="2400408542" sldId="257"/>
            <ac:spMk id="14" creationId="{3EE36DEA-E1AE-C0FA-BD06-CD9BAC32E4FD}"/>
          </ac:spMkLst>
        </pc:spChg>
        <pc:spChg chg="add mod topLvl">
          <ac:chgData name="Kate Parker" userId="2917054de0bc48a0" providerId="LiveId" clId="{F1CEFB28-C78A-4591-A5A8-1345B4514FFC}" dt="2026-03-17T15:38:54.318" v="183" actId="403"/>
          <ac:spMkLst>
            <pc:docMk/>
            <pc:sldMk cId="2400408542" sldId="257"/>
            <ac:spMk id="15" creationId="{E397CA28-9B72-495E-F230-AC6628AB4C86}"/>
          </ac:spMkLst>
        </pc:spChg>
        <pc:spChg chg="add mod">
          <ac:chgData name="Kate Parker" userId="2917054de0bc48a0" providerId="LiveId" clId="{F1CEFB28-C78A-4591-A5A8-1345B4514FFC}" dt="2026-03-17T21:15:23.684" v="266" actId="1076"/>
          <ac:spMkLst>
            <pc:docMk/>
            <pc:sldMk cId="2400408542" sldId="257"/>
            <ac:spMk id="18" creationId="{E3036C35-3A7F-F8C4-4BFC-03661151B1DC}"/>
          </ac:spMkLst>
        </pc:spChg>
        <pc:spChg chg="add mod">
          <ac:chgData name="Kate Parker" userId="2917054de0bc48a0" providerId="LiveId" clId="{F1CEFB28-C78A-4591-A5A8-1345B4514FFC}" dt="2026-03-17T21:15:23.684" v="266" actId="1076"/>
          <ac:spMkLst>
            <pc:docMk/>
            <pc:sldMk cId="2400408542" sldId="257"/>
            <ac:spMk id="19" creationId="{012F7560-0511-6508-2DB9-BFA644B5B1A3}"/>
          </ac:spMkLst>
        </pc:spChg>
        <pc:spChg chg="add mod">
          <ac:chgData name="Kate Parker" userId="2917054de0bc48a0" providerId="LiveId" clId="{F1CEFB28-C78A-4591-A5A8-1345B4514FFC}" dt="2026-03-17T21:15:23.684" v="266" actId="1076"/>
          <ac:spMkLst>
            <pc:docMk/>
            <pc:sldMk cId="2400408542" sldId="257"/>
            <ac:spMk id="20" creationId="{D6E61D77-4DE1-0A12-83FC-FA9A540EC19D}"/>
          </ac:spMkLst>
        </pc:spChg>
        <pc:grpChg chg="del mod">
          <ac:chgData name="Kate Parker" userId="2917054de0bc48a0" providerId="LiveId" clId="{F1CEFB28-C78A-4591-A5A8-1345B4514FFC}" dt="2026-03-17T15:27:13.818" v="117" actId="478"/>
          <ac:grpSpMkLst>
            <pc:docMk/>
            <pc:sldMk cId="2400408542" sldId="257"/>
            <ac:grpSpMk id="5" creationId="{BA98DED8-76C1-4247-E0F5-04578E7CB8E2}"/>
          </ac:grpSpMkLst>
        </pc:grpChg>
        <pc:grpChg chg="mod ord">
          <ac:chgData name="Kate Parker" userId="2917054de0bc48a0" providerId="LiveId" clId="{F1CEFB28-C78A-4591-A5A8-1345B4514FFC}" dt="2026-03-17T21:14:44.609" v="258" actId="1076"/>
          <ac:grpSpMkLst>
            <pc:docMk/>
            <pc:sldMk cId="2400408542" sldId="257"/>
            <ac:grpSpMk id="16" creationId="{7CA8D7DB-E482-756D-3BD9-F3A5A5D8EAD8}"/>
          </ac:grpSpMkLst>
        </pc:grpChg>
        <pc:picChg chg="add del mod ord modCrop">
          <ac:chgData name="Kate Parker" userId="2917054de0bc48a0" providerId="LiveId" clId="{F1CEFB28-C78A-4591-A5A8-1345B4514FFC}" dt="2026-03-17T20:58:12.247" v="198" actId="478"/>
          <ac:picMkLst>
            <pc:docMk/>
            <pc:sldMk cId="2400408542" sldId="257"/>
            <ac:picMk id="3" creationId="{AF265014-51F9-E732-FA37-F6BF2BE3C89F}"/>
          </ac:picMkLst>
        </pc:picChg>
        <pc:picChg chg="add del mod ord topLvl">
          <ac:chgData name="Kate Parker" userId="2917054de0bc48a0" providerId="LiveId" clId="{F1CEFB28-C78A-4591-A5A8-1345B4514FFC}" dt="2026-03-17T20:59:07.992" v="207" actId="478"/>
          <ac:picMkLst>
            <pc:docMk/>
            <pc:sldMk cId="2400408542" sldId="257"/>
            <ac:picMk id="6" creationId="{A7A7CFDD-A157-FD37-5C23-2AF9023D3FC2}"/>
          </ac:picMkLst>
        </pc:picChg>
        <pc:picChg chg="del mod">
          <ac:chgData name="Kate Parker" userId="2917054de0bc48a0" providerId="LiveId" clId="{F1CEFB28-C78A-4591-A5A8-1345B4514FFC}" dt="2026-03-17T15:27:13.818" v="117" actId="478"/>
          <ac:picMkLst>
            <pc:docMk/>
            <pc:sldMk cId="2400408542" sldId="257"/>
            <ac:picMk id="7" creationId="{7F815377-4883-4C5F-9B99-02E31EA8D82B}"/>
          </ac:picMkLst>
        </pc:picChg>
        <pc:picChg chg="add mod topLvl modCrop">
          <ac:chgData name="Kate Parker" userId="2917054de0bc48a0" providerId="LiveId" clId="{F1CEFB28-C78A-4591-A5A8-1345B4514FFC}" dt="2026-03-17T15:37:48.649" v="167" actId="165"/>
          <ac:picMkLst>
            <pc:docMk/>
            <pc:sldMk cId="2400408542" sldId="257"/>
            <ac:picMk id="8" creationId="{99DF7381-EDAB-1979-2542-15622F1DE051}"/>
          </ac:picMkLst>
        </pc:picChg>
        <pc:picChg chg="mod topLvl">
          <ac:chgData name="Kate Parker" userId="2917054de0bc48a0" providerId="LiveId" clId="{F1CEFB28-C78A-4591-A5A8-1345B4514FFC}" dt="2026-03-17T21:15:24.210" v="267" actId="1076"/>
          <ac:picMkLst>
            <pc:docMk/>
            <pc:sldMk cId="2400408542" sldId="257"/>
            <ac:picMk id="9" creationId="{E258AB5D-EE42-792F-EFCE-BD00171B7E55}"/>
          </ac:picMkLst>
        </pc:picChg>
        <pc:picChg chg="add mod modCrop">
          <ac:chgData name="Kate Parker" userId="2917054de0bc48a0" providerId="LiveId" clId="{F1CEFB28-C78A-4591-A5A8-1345B4514FFC}" dt="2026-03-17T15:37:36.097" v="163" actId="1076"/>
          <ac:picMkLst>
            <pc:docMk/>
            <pc:sldMk cId="2400408542" sldId="257"/>
            <ac:picMk id="17" creationId="{6EE77F7E-5E31-6005-019F-31F7DE51F658}"/>
          </ac:picMkLst>
        </pc:picChg>
        <pc:picChg chg="add del mod">
          <ac:chgData name="Kate Parker" userId="2917054de0bc48a0" providerId="LiveId" clId="{F1CEFB28-C78A-4591-A5A8-1345B4514FFC}" dt="2026-03-17T20:31:51.508" v="189" actId="478"/>
          <ac:picMkLst>
            <pc:docMk/>
            <pc:sldMk cId="2400408542" sldId="257"/>
            <ac:picMk id="22" creationId="{030219BA-D403-B608-8BD9-DB9F6EC6979E}"/>
          </ac:picMkLst>
        </pc:picChg>
        <pc:picChg chg="add del mod modCrop">
          <ac:chgData name="Kate Parker" userId="2917054de0bc48a0" providerId="LiveId" clId="{F1CEFB28-C78A-4591-A5A8-1345B4514FFC}" dt="2026-03-17T20:57:06.658" v="193" actId="478"/>
          <ac:picMkLst>
            <pc:docMk/>
            <pc:sldMk cId="2400408542" sldId="257"/>
            <ac:picMk id="24" creationId="{6A659762-28DD-452C-D62A-9D48BCAD6C1F}"/>
          </ac:picMkLst>
        </pc:picChg>
        <pc:picChg chg="add del mod ord modCrop">
          <ac:chgData name="Kate Parker" userId="2917054de0bc48a0" providerId="LiveId" clId="{F1CEFB28-C78A-4591-A5A8-1345B4514FFC}" dt="2026-03-17T21:04:14.992" v="235" actId="478"/>
          <ac:picMkLst>
            <pc:docMk/>
            <pc:sldMk cId="2400408542" sldId="257"/>
            <ac:picMk id="26" creationId="{E1116825-7005-01DB-2F63-33F1B3D59928}"/>
          </ac:picMkLst>
        </pc:picChg>
        <pc:picChg chg="add del mod ord modCrop">
          <ac:chgData name="Kate Parker" userId="2917054de0bc48a0" providerId="LiveId" clId="{F1CEFB28-C78A-4591-A5A8-1345B4514FFC}" dt="2026-03-17T21:04:30.582" v="238" actId="478"/>
          <ac:picMkLst>
            <pc:docMk/>
            <pc:sldMk cId="2400408542" sldId="257"/>
            <ac:picMk id="27" creationId="{C785A9E1-9818-A6CC-0D49-29AA38B96BF8}"/>
          </ac:picMkLst>
        </pc:picChg>
        <pc:picChg chg="add mod ord modCrop">
          <ac:chgData name="Kate Parker" userId="2917054de0bc48a0" providerId="LiveId" clId="{F1CEFB28-C78A-4591-A5A8-1345B4514FFC}" dt="2026-03-17T21:14:52.750" v="262" actId="166"/>
          <ac:picMkLst>
            <pc:docMk/>
            <pc:sldMk cId="2400408542" sldId="257"/>
            <ac:picMk id="28" creationId="{10EAD6D9-70C0-7006-7336-2F87AF13BF06}"/>
          </ac:picMkLst>
        </pc:picChg>
        <pc:picChg chg="add mod modCrop">
          <ac:chgData name="Kate Parker" userId="2917054de0bc48a0" providerId="LiveId" clId="{F1CEFB28-C78A-4591-A5A8-1345B4514FFC}" dt="2026-03-17T21:04:20.471" v="236" actId="1076"/>
          <ac:picMkLst>
            <pc:docMk/>
            <pc:sldMk cId="2400408542" sldId="257"/>
            <ac:picMk id="30" creationId="{D61D3D5E-E9D4-F265-1CC9-C6FFCB19B67B}"/>
          </ac:picMkLst>
        </pc:picChg>
        <pc:picChg chg="add del mod modCrop">
          <ac:chgData name="Kate Parker" userId="2917054de0bc48a0" providerId="LiveId" clId="{F1CEFB28-C78A-4591-A5A8-1345B4514FFC}" dt="2026-03-17T21:13:49.005" v="250" actId="478"/>
          <ac:picMkLst>
            <pc:docMk/>
            <pc:sldMk cId="2400408542" sldId="257"/>
            <ac:picMk id="31" creationId="{9118DCB4-7FC8-6A4A-5923-2FF95EB3E0F6}"/>
          </ac:picMkLst>
        </pc:picChg>
        <pc:picChg chg="add mod modCrop">
          <ac:chgData name="Kate Parker" userId="2917054de0bc48a0" providerId="LiveId" clId="{F1CEFB28-C78A-4591-A5A8-1345B4514FFC}" dt="2026-03-17T21:15:40.610" v="271" actId="1076"/>
          <ac:picMkLst>
            <pc:docMk/>
            <pc:sldMk cId="2400408542" sldId="257"/>
            <ac:picMk id="33" creationId="{76EC1477-DA8E-D76E-D700-EE91AC1FEF3E}"/>
          </ac:picMkLst>
        </pc:picChg>
      </pc:sldChg>
      <pc:sldChg chg="add del">
        <pc:chgData name="Kate Parker" userId="2917054de0bc48a0" providerId="LiveId" clId="{F1CEFB28-C78A-4591-A5A8-1345B4514FFC}" dt="2026-03-17T15:28:50.546" v="136" actId="2696"/>
        <pc:sldMkLst>
          <pc:docMk/>
          <pc:sldMk cId="3031630760" sldId="25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97DE4B-3684-4E86-B1FF-7EA7A126B036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20B90-C079-4C8B-8B0A-148FA0F666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32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D20B90-C079-4C8B-8B0A-148FA0F6664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82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58BE4-648A-3D8A-6CED-E6354B1D42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261CDF-99AB-3379-092D-BC88697DE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C69B2-4B1F-AAC4-7306-5E709ECB5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313915-7B93-F0F2-5174-04CC46715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BCE3B-B216-D0A9-92CB-107970D17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426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92379-F681-4A35-C5B8-1463B0FF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7161A-4950-E512-AB96-B0C9C7461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3C6EB-A44B-BA66-60D0-9E73BBEE7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79F25-58C4-C20D-5E71-AEBC3A93F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ABDC11-8046-2893-1C9D-D2E0B8FF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02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6EF92-4BCE-237B-467C-9168633A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50BE96-2002-F613-40AD-5EA51B388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E0AC2-3A2D-6987-F68D-D3FBF8C5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64FCD-DD23-D84B-2019-18687A003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FAF05E-374C-25FB-A633-D2C651B10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09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0260B-6E5B-CC58-2D62-D30323D98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DD59-17FA-8C39-9177-4A53CEDEC8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57371-0A6F-79EE-5BEA-DC70A8F5F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F36859-57A9-DC56-4415-4167CD9BA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16525A-8641-26B6-8D9C-411341A66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D6C10E-00D5-6BEC-9A56-4E2538649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97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1F130-08EF-34DE-3BA4-1AA9C2E3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F34FD-95A9-F056-7BC3-6A45B1E7B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7C67B9-030D-307B-471E-F9161F1DFB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7A00FD-176F-14DB-026D-0A6527156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11FF6F-81B3-B027-93B7-D29D4D6BDA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2A04FE-DFF5-84AD-286E-F7F1C9C38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8BBD8E-BD5F-752B-97D9-0E116673D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10909F-4224-0298-D8DE-C89704B68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944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3A68E-717C-C8D2-B83B-B4BD2C89C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89C5F-60DF-AEB4-8918-8AF467F71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8D079A-56FC-F2CD-07FF-2B1E683FA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3ECD2C-1CAC-CCA0-6168-133402507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0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655667-C83F-3566-367F-EE28A19AA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139B51-7DAF-2F4B-19E9-E486A0C11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94F21-3480-DB29-1EFD-79E499268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24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52CCB-1565-2EE9-182F-23C3DE332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48A6FC-869D-6AB2-1879-F8B8553A0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6F6750-9E87-D7B7-50A3-4FB5EEA40D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8D0FC9-E8B4-AB96-AADE-2625374F5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A5FA1-BA99-96B8-A496-F6DA6E067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5F19AA-5C89-62BE-868E-2CDEC5D1C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053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3012A-2136-F767-F379-D1A7FDDB6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1B9CE9-AE5F-7AD2-A812-ABFD581CC0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C7CBCC-8022-5A00-AE50-B9DD821F69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76FEB-AA94-FCEA-1AA2-882F1827C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8BCBD7-8FC3-7D13-54C2-9FDB73DAB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778CF2-A792-9A87-6B3F-110EEF6A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63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40B54-BEB4-55ED-C8F8-6ECB97375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BEB24-ED42-0D67-D140-AD02477DCE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D5756-F31A-E7DB-EDA2-6D0572B7B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021843-36EB-18C0-A587-19D3B8B42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DAC41-0073-8168-2DF7-F0A4D5E79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837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6E100-B145-A587-51AD-D2A39EF339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391DBD-DE46-21A3-A04C-ED130E180A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F1EBAA-8789-3235-FCF3-AC11FBA6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380EE8-D038-603A-D3CB-A2994E430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D6FEDD-517D-E7CF-EC1D-DAE20C71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91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C430F8-414F-A579-56C7-3E13F8B33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FAE8EB-B325-947D-CCDE-6BF25A0253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2CC8D-50E9-03E7-606E-A85C636AC0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A630F-8129-4D75-B864-0AD183A11C8E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0399E2-E109-A44B-1AE3-A81F66EEB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B914E-3D52-1FAF-D8C8-2965C3BB6B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EBD0D7-6BC7-4ED3-9F5C-C03804D257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248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A8D7DB-E482-756D-3BD9-F3A5A5D8EAD8}"/>
              </a:ext>
            </a:extLst>
          </p:cNvPr>
          <p:cNvGrpSpPr/>
          <p:nvPr/>
        </p:nvGrpSpPr>
        <p:grpSpPr>
          <a:xfrm>
            <a:off x="651771" y="0"/>
            <a:ext cx="7352540" cy="7178467"/>
            <a:chOff x="-182619" y="0"/>
            <a:chExt cx="7352540" cy="7178467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10E7315-DB54-CBDD-760C-64FDB704189B}"/>
                </a:ext>
              </a:extLst>
            </p:cNvPr>
            <p:cNvSpPr/>
            <p:nvPr/>
          </p:nvSpPr>
          <p:spPr>
            <a:xfrm>
              <a:off x="0" y="0"/>
              <a:ext cx="7169921" cy="71784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9DF7381-EDAB-1979-2542-15622F1DE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5116" r="47764"/>
            <a:stretch>
              <a:fillRect/>
            </a:stretch>
          </p:blipFill>
          <p:spPr>
            <a:xfrm>
              <a:off x="-182619" y="6686836"/>
              <a:ext cx="4313499" cy="491631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258AB5D-EE42-792F-EFCE-BD00171B7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7556"/>
            <a:stretch>
              <a:fillRect/>
            </a:stretch>
          </p:blipFill>
          <p:spPr>
            <a:xfrm>
              <a:off x="214351" y="4461800"/>
              <a:ext cx="6858014" cy="2261618"/>
            </a:xfrm>
            <a:prstGeom prst="rect">
              <a:avLst/>
            </a:prstGeom>
          </p:spPr>
        </p:pic>
        <p:sp>
          <p:nvSpPr>
            <p:cNvPr id="10" name="Left Bracket 9">
              <a:extLst>
                <a:ext uri="{FF2B5EF4-FFF2-40B4-BE49-F238E27FC236}">
                  <a16:creationId xmlns:a16="http://schemas.microsoft.com/office/drawing/2014/main" id="{C1C5C9AE-FFD3-5641-F247-0C2DA922FD21}"/>
                </a:ext>
              </a:extLst>
            </p:cNvPr>
            <p:cNvSpPr/>
            <p:nvPr/>
          </p:nvSpPr>
          <p:spPr>
            <a:xfrm rot="16200000">
              <a:off x="4617580" y="6374174"/>
              <a:ext cx="45719" cy="222154"/>
            </a:xfrm>
            <a:prstGeom prst="leftBracket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91C46049-EA2C-2FD2-DAC6-1300000BE860}"/>
                </a:ext>
              </a:extLst>
            </p:cNvPr>
            <p:cNvSpPr/>
            <p:nvPr/>
          </p:nvSpPr>
          <p:spPr>
            <a:xfrm rot="16200000">
              <a:off x="5636698" y="6374174"/>
              <a:ext cx="45719" cy="222154"/>
            </a:xfrm>
            <a:prstGeom prst="leftBracket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F5B67999-4C99-372A-90A3-FACF9EC02339}"/>
                </a:ext>
              </a:extLst>
            </p:cNvPr>
            <p:cNvSpPr/>
            <p:nvPr/>
          </p:nvSpPr>
          <p:spPr>
            <a:xfrm rot="16200000">
              <a:off x="6748379" y="6374174"/>
              <a:ext cx="45719" cy="222154"/>
            </a:xfrm>
            <a:prstGeom prst="leftBracket">
              <a:avLst/>
            </a:prstGeom>
            <a:ln w="95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375EC5E-1547-F215-B182-C1ED9D355CF9}"/>
                </a:ext>
              </a:extLst>
            </p:cNvPr>
            <p:cNvSpPr txBox="1"/>
            <p:nvPr/>
          </p:nvSpPr>
          <p:spPr>
            <a:xfrm>
              <a:off x="4490542" y="6447003"/>
              <a:ext cx="29979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b="1" dirty="0"/>
                <a:t>**</a:t>
              </a:r>
            </a:p>
            <a:p>
              <a:pPr algn="ctr"/>
              <a:endParaRPr lang="en-US" sz="7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EE36DEA-E1AE-C0FA-BD06-CD9BAC32E4FD}"/>
                </a:ext>
              </a:extLst>
            </p:cNvPr>
            <p:cNvSpPr txBox="1"/>
            <p:nvPr/>
          </p:nvSpPr>
          <p:spPr>
            <a:xfrm>
              <a:off x="5509660" y="6447002"/>
              <a:ext cx="29979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b="1" dirty="0"/>
                <a:t>**</a:t>
              </a:r>
            </a:p>
            <a:p>
              <a:pPr algn="ctr"/>
              <a:endParaRPr lang="en-US" sz="7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97CA28-9B72-495E-F230-AC6628AB4C86}"/>
                </a:ext>
              </a:extLst>
            </p:cNvPr>
            <p:cNvSpPr txBox="1"/>
            <p:nvPr/>
          </p:nvSpPr>
          <p:spPr>
            <a:xfrm>
              <a:off x="6621341" y="6447001"/>
              <a:ext cx="29979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900" b="1" dirty="0"/>
                <a:t>*</a:t>
              </a:r>
            </a:p>
            <a:p>
              <a:pPr algn="ctr"/>
              <a:endParaRPr lang="en-US" sz="700" dirty="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EE77F7E-5E31-6005-019F-31F7DE51F6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2" t="83218" b="-1"/>
          <a:stretch>
            <a:fillRect/>
          </a:stretch>
        </p:blipFill>
        <p:spPr>
          <a:xfrm>
            <a:off x="5307495" y="6612184"/>
            <a:ext cx="2596745" cy="491631"/>
          </a:xfrm>
          <a:prstGeom prst="rect">
            <a:avLst/>
          </a:prstGeom>
        </p:spPr>
      </p:pic>
      <p:sp>
        <p:nvSpPr>
          <p:cNvPr id="18" name="Left Bracket 17">
            <a:extLst>
              <a:ext uri="{FF2B5EF4-FFF2-40B4-BE49-F238E27FC236}">
                <a16:creationId xmlns:a16="http://schemas.microsoft.com/office/drawing/2014/main" id="{E3036C35-3A7F-F8C4-4BFC-03661151B1DC}"/>
              </a:ext>
            </a:extLst>
          </p:cNvPr>
          <p:cNvSpPr/>
          <p:nvPr/>
        </p:nvSpPr>
        <p:spPr>
          <a:xfrm rot="16200000">
            <a:off x="5451971" y="6370991"/>
            <a:ext cx="45719" cy="222156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012F7560-0511-6508-2DB9-BFA644B5B1A3}"/>
              </a:ext>
            </a:extLst>
          </p:cNvPr>
          <p:cNvSpPr/>
          <p:nvPr/>
        </p:nvSpPr>
        <p:spPr>
          <a:xfrm rot="16200000">
            <a:off x="6471089" y="6370990"/>
            <a:ext cx="45719" cy="222156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D6E61D77-4DE1-0A12-83FC-FA9A540EC19D}"/>
              </a:ext>
            </a:extLst>
          </p:cNvPr>
          <p:cNvSpPr/>
          <p:nvPr/>
        </p:nvSpPr>
        <p:spPr>
          <a:xfrm rot="16200000">
            <a:off x="7582769" y="6370989"/>
            <a:ext cx="45719" cy="222156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61D3D5E-E9D4-F265-1CC9-C6FFCB19B6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3435"/>
          <a:stretch>
            <a:fillRect/>
          </a:stretch>
        </p:blipFill>
        <p:spPr>
          <a:xfrm>
            <a:off x="1048741" y="182764"/>
            <a:ext cx="6858014" cy="212897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6EC1477-DA8E-D76E-D700-EE91AC1FEF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505"/>
          <a:stretch>
            <a:fillRect/>
          </a:stretch>
        </p:blipFill>
        <p:spPr>
          <a:xfrm>
            <a:off x="1048741" y="2390342"/>
            <a:ext cx="6858014" cy="203429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0EAD6D9-70C0-7006-7336-2F87AF13BF0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846" r="96516" b="45485"/>
          <a:stretch>
            <a:fillRect/>
          </a:stretch>
        </p:blipFill>
        <p:spPr>
          <a:xfrm>
            <a:off x="1048741" y="2227880"/>
            <a:ext cx="238968" cy="16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408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4</Words>
  <Application>Microsoft Office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Kate Parker</dc:creator>
  <cp:lastModifiedBy>Kate Parker</cp:lastModifiedBy>
  <cp:revision>1</cp:revision>
  <dcterms:created xsi:type="dcterms:W3CDTF">2026-03-04T20:18:46Z</dcterms:created>
  <dcterms:modified xsi:type="dcterms:W3CDTF">2026-03-17T21:15:43Z</dcterms:modified>
</cp:coreProperties>
</file>