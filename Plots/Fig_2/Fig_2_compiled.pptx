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D7DDE-C668-43A0-9611-F20A2F40C3CB}" v="5" dt="2026-04-01T20:38:14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6089" autoAdjust="0"/>
  </p:normalViewPr>
  <p:slideViewPr>
    <p:cSldViewPr snapToGrid="0">
      <p:cViewPr>
        <p:scale>
          <a:sx n="400" d="100"/>
          <a:sy n="400" d="100"/>
        </p:scale>
        <p:origin x="-11940" y="-12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Parker" userId="2917054de0bc48a0" providerId="LiveId" clId="{F1CEFB28-C78A-4591-A5A8-1345B4514FFC}"/>
    <pc:docChg chg="undo redo custSel addSld delSld modSld">
      <pc:chgData name="Kate Parker" userId="2917054de0bc48a0" providerId="LiveId" clId="{F1CEFB28-C78A-4591-A5A8-1345B4514FFC}" dt="2026-04-01T20:40:15.044" v="362" actId="1076"/>
      <pc:docMkLst>
        <pc:docMk/>
      </pc:docMkLst>
      <pc:sldChg chg="addSp delSp modSp new mod modNotesTx">
        <pc:chgData name="Kate Parker" userId="2917054de0bc48a0" providerId="LiveId" clId="{F1CEFB28-C78A-4591-A5A8-1345B4514FFC}" dt="2026-04-01T20:40:15.044" v="362" actId="1076"/>
        <pc:sldMkLst>
          <pc:docMk/>
          <pc:sldMk cId="2400408542" sldId="257"/>
        </pc:sldMkLst>
        <pc:spChg chg="add mod topLvl">
          <ac:chgData name="Kate Parker" userId="2917054de0bc48a0" providerId="LiveId" clId="{F1CEFB28-C78A-4591-A5A8-1345B4514FFC}" dt="2026-03-17T15:37:48.649" v="167" actId="165"/>
          <ac:spMkLst>
            <pc:docMk/>
            <pc:sldMk cId="2400408542" sldId="257"/>
            <ac:spMk id="4" creationId="{810E7315-DB54-CBDD-760C-64FDB704189B}"/>
          </ac:spMkLst>
        </pc:spChg>
        <pc:spChg chg="add mod">
          <ac:chgData name="Kate Parker" userId="2917054de0bc48a0" providerId="LiveId" clId="{F1CEFB28-C78A-4591-A5A8-1345B4514FFC}" dt="2026-04-01T20:38:14.796" v="346" actId="164"/>
          <ac:spMkLst>
            <pc:docMk/>
            <pc:sldMk cId="2400408542" sldId="257"/>
            <ac:spMk id="6" creationId="{3F0720A4-329A-4F01-563A-2E6C943A8338}"/>
          </ac:spMkLst>
        </pc:spChg>
        <pc:spChg chg="add mod">
          <ac:chgData name="Kate Parker" userId="2917054de0bc48a0" providerId="LiveId" clId="{F1CEFB28-C78A-4591-A5A8-1345B4514FFC}" dt="2026-04-01T20:38:14.796" v="346" actId="164"/>
          <ac:spMkLst>
            <pc:docMk/>
            <pc:sldMk cId="2400408542" sldId="257"/>
            <ac:spMk id="7" creationId="{23E00BFB-0F64-3529-98B7-ABC1177A9A6B}"/>
          </ac:spMkLst>
        </pc:spChg>
        <pc:spChg chg="add del mod topLvl">
          <ac:chgData name="Kate Parker" userId="2917054de0bc48a0" providerId="LiveId" clId="{F1CEFB28-C78A-4591-A5A8-1345B4514FFC}" dt="2026-04-01T20:39:07.520" v="359" actId="478"/>
          <ac:spMkLst>
            <pc:docMk/>
            <pc:sldMk cId="2400408542" sldId="257"/>
            <ac:spMk id="10" creationId="{C1C5C9AE-FFD3-5641-F247-0C2DA922FD21}"/>
          </ac:spMkLst>
        </pc:spChg>
        <pc:spChg chg="add del mod topLvl">
          <ac:chgData name="Kate Parker" userId="2917054de0bc48a0" providerId="LiveId" clId="{F1CEFB28-C78A-4591-A5A8-1345B4514FFC}" dt="2026-04-01T20:38:54.222" v="355" actId="478"/>
          <ac:spMkLst>
            <pc:docMk/>
            <pc:sldMk cId="2400408542" sldId="257"/>
            <ac:spMk id="11" creationId="{91C46049-EA2C-2FD2-DAC6-1300000BE860}"/>
          </ac:spMkLst>
        </pc:spChg>
        <pc:spChg chg="add del mod topLvl">
          <ac:chgData name="Kate Parker" userId="2917054de0bc48a0" providerId="LiveId" clId="{F1CEFB28-C78A-4591-A5A8-1345B4514FFC}" dt="2026-04-01T20:38:43.108" v="352" actId="478"/>
          <ac:spMkLst>
            <pc:docMk/>
            <pc:sldMk cId="2400408542" sldId="257"/>
            <ac:spMk id="12" creationId="{F5B67999-4C99-372A-90A3-FACF9EC02339}"/>
          </ac:spMkLst>
        </pc:spChg>
        <pc:spChg chg="add del mod ord topLvl">
          <ac:chgData name="Kate Parker" userId="2917054de0bc48a0" providerId="LiveId" clId="{F1CEFB28-C78A-4591-A5A8-1345B4514FFC}" dt="2026-04-01T20:38:58.964" v="357" actId="478"/>
          <ac:spMkLst>
            <pc:docMk/>
            <pc:sldMk cId="2400408542" sldId="257"/>
            <ac:spMk id="13" creationId="{F375EC5E-1547-F215-B182-C1ED9D355CF9}"/>
          </ac:spMkLst>
        </pc:spChg>
        <pc:spChg chg="add del mod ord topLvl">
          <ac:chgData name="Kate Parker" userId="2917054de0bc48a0" providerId="LiveId" clId="{F1CEFB28-C78A-4591-A5A8-1345B4514FFC}" dt="2026-04-01T20:38:49.120" v="354" actId="478"/>
          <ac:spMkLst>
            <pc:docMk/>
            <pc:sldMk cId="2400408542" sldId="257"/>
            <ac:spMk id="14" creationId="{3EE36DEA-E1AE-C0FA-BD06-CD9BAC32E4FD}"/>
          </ac:spMkLst>
        </pc:spChg>
        <pc:spChg chg="add del mod ord topLvl">
          <ac:chgData name="Kate Parker" userId="2917054de0bc48a0" providerId="LiveId" clId="{F1CEFB28-C78A-4591-A5A8-1345B4514FFC}" dt="2026-04-01T20:38:36.098" v="350" actId="478"/>
          <ac:spMkLst>
            <pc:docMk/>
            <pc:sldMk cId="2400408542" sldId="257"/>
            <ac:spMk id="15" creationId="{E397CA28-9B72-495E-F230-AC6628AB4C86}"/>
          </ac:spMkLst>
        </pc:spChg>
        <pc:spChg chg="add del mod ord">
          <ac:chgData name="Kate Parker" userId="2917054de0bc48a0" providerId="LiveId" clId="{F1CEFB28-C78A-4591-A5A8-1345B4514FFC}" dt="2026-04-01T20:39:02.867" v="358" actId="478"/>
          <ac:spMkLst>
            <pc:docMk/>
            <pc:sldMk cId="2400408542" sldId="257"/>
            <ac:spMk id="18" creationId="{E3036C35-3A7F-F8C4-4BFC-03661151B1DC}"/>
          </ac:spMkLst>
        </pc:spChg>
        <pc:spChg chg="add del mod ord">
          <ac:chgData name="Kate Parker" userId="2917054de0bc48a0" providerId="LiveId" clId="{F1CEFB28-C78A-4591-A5A8-1345B4514FFC}" dt="2026-04-01T20:38:45.511" v="353" actId="478"/>
          <ac:spMkLst>
            <pc:docMk/>
            <pc:sldMk cId="2400408542" sldId="257"/>
            <ac:spMk id="19" creationId="{012F7560-0511-6508-2DB9-BFA644B5B1A3}"/>
          </ac:spMkLst>
        </pc:spChg>
        <pc:spChg chg="add del mod ord">
          <ac:chgData name="Kate Parker" userId="2917054de0bc48a0" providerId="LiveId" clId="{F1CEFB28-C78A-4591-A5A8-1345B4514FFC}" dt="2026-04-01T20:38:38.581" v="351" actId="478"/>
          <ac:spMkLst>
            <pc:docMk/>
            <pc:sldMk cId="2400408542" sldId="257"/>
            <ac:spMk id="20" creationId="{D6E61D77-4DE1-0A12-83FC-FA9A540EC19D}"/>
          </ac:spMkLst>
        </pc:spChg>
        <pc:spChg chg="add mod">
          <ac:chgData name="Kate Parker" userId="2917054de0bc48a0" providerId="LiveId" clId="{F1CEFB28-C78A-4591-A5A8-1345B4514FFC}" dt="2026-04-01T20:38:14.796" v="346" actId="164"/>
          <ac:spMkLst>
            <pc:docMk/>
            <pc:sldMk cId="2400408542" sldId="257"/>
            <ac:spMk id="21" creationId="{4B89920E-670D-38B5-4091-CBA4DD6754E5}"/>
          </ac:spMkLst>
        </pc:spChg>
        <pc:spChg chg="add mod">
          <ac:chgData name="Kate Parker" userId="2917054de0bc48a0" providerId="LiveId" clId="{F1CEFB28-C78A-4591-A5A8-1345B4514FFC}" dt="2026-04-01T20:38:14.796" v="346" actId="164"/>
          <ac:spMkLst>
            <pc:docMk/>
            <pc:sldMk cId="2400408542" sldId="257"/>
            <ac:spMk id="22" creationId="{795E2ACE-9E2D-619C-0839-4E9BDE059903}"/>
          </ac:spMkLst>
        </pc:spChg>
        <pc:spChg chg="add mod">
          <ac:chgData name="Kate Parker" userId="2917054de0bc48a0" providerId="LiveId" clId="{F1CEFB28-C78A-4591-A5A8-1345B4514FFC}" dt="2026-04-01T20:38:14.796" v="346" actId="164"/>
          <ac:spMkLst>
            <pc:docMk/>
            <pc:sldMk cId="2400408542" sldId="257"/>
            <ac:spMk id="23" creationId="{48A7D015-D787-FDB1-C2A3-BBA67E63CA7F}"/>
          </ac:spMkLst>
        </pc:spChg>
        <pc:spChg chg="add mod">
          <ac:chgData name="Kate Parker" userId="2917054de0bc48a0" providerId="LiveId" clId="{F1CEFB28-C78A-4591-A5A8-1345B4514FFC}" dt="2026-04-01T20:38:14.796" v="346" actId="164"/>
          <ac:spMkLst>
            <pc:docMk/>
            <pc:sldMk cId="2400408542" sldId="257"/>
            <ac:spMk id="24" creationId="{84FA8B9F-C33B-0C96-F932-4BD1EF6C70B0}"/>
          </ac:spMkLst>
        </pc:spChg>
        <pc:grpChg chg="mod ord">
          <ac:chgData name="Kate Parker" userId="2917054de0bc48a0" providerId="LiveId" clId="{F1CEFB28-C78A-4591-A5A8-1345B4514FFC}" dt="2026-04-01T20:35:05.612" v="307" actId="166"/>
          <ac:grpSpMkLst>
            <pc:docMk/>
            <pc:sldMk cId="2400408542" sldId="257"/>
            <ac:grpSpMk id="16" creationId="{7CA8D7DB-E482-756D-3BD9-F3A5A5D8EAD8}"/>
          </ac:grpSpMkLst>
        </pc:grpChg>
        <pc:grpChg chg="add mod">
          <ac:chgData name="Kate Parker" userId="2917054de0bc48a0" providerId="LiveId" clId="{F1CEFB28-C78A-4591-A5A8-1345B4514FFC}" dt="2026-04-01T20:40:15.044" v="362" actId="1076"/>
          <ac:grpSpMkLst>
            <pc:docMk/>
            <pc:sldMk cId="2400408542" sldId="257"/>
            <ac:grpSpMk id="25" creationId="{BC03010F-A6BE-168A-A5AB-84981EA1E127}"/>
          </ac:grpSpMkLst>
        </pc:grpChg>
        <pc:picChg chg="add mod ord modCrop">
          <ac:chgData name="Kate Parker" userId="2917054de0bc48a0" providerId="LiveId" clId="{F1CEFB28-C78A-4591-A5A8-1345B4514FFC}" dt="2026-04-01T20:39:27.542" v="360" actId="1076"/>
          <ac:picMkLst>
            <pc:docMk/>
            <pc:sldMk cId="2400408542" sldId="257"/>
            <ac:picMk id="3" creationId="{388684CE-ED13-C6B5-E4CC-4C08DF2BDA27}"/>
          </ac:picMkLst>
        </pc:picChg>
        <pc:picChg chg="add del mod">
          <ac:chgData name="Kate Parker" userId="2917054de0bc48a0" providerId="LiveId" clId="{F1CEFB28-C78A-4591-A5A8-1345B4514FFC}" dt="2026-04-01T20:37:22.132" v="338" actId="478"/>
          <ac:picMkLst>
            <pc:docMk/>
            <pc:sldMk cId="2400408542" sldId="257"/>
            <ac:picMk id="5" creationId="{B6A0F87E-24FD-1991-6F10-104CD51B8BF7}"/>
          </ac:picMkLst>
        </pc:picChg>
        <pc:picChg chg="add mod topLvl modCrop">
          <ac:chgData name="Kate Parker" userId="2917054de0bc48a0" providerId="LiveId" clId="{F1CEFB28-C78A-4591-A5A8-1345B4514FFC}" dt="2026-03-17T15:37:48.649" v="167" actId="165"/>
          <ac:picMkLst>
            <pc:docMk/>
            <pc:sldMk cId="2400408542" sldId="257"/>
            <ac:picMk id="8" creationId="{99DF7381-EDAB-1979-2542-15622F1DE051}"/>
          </ac:picMkLst>
        </pc:picChg>
        <pc:picChg chg="add del mod topLvl">
          <ac:chgData name="Kate Parker" userId="2917054de0bc48a0" providerId="LiveId" clId="{F1CEFB28-C78A-4591-A5A8-1345B4514FFC}" dt="2026-04-01T20:35:37.750" v="321" actId="478"/>
          <ac:picMkLst>
            <pc:docMk/>
            <pc:sldMk cId="2400408542" sldId="257"/>
            <ac:picMk id="9" creationId="{E258AB5D-EE42-792F-EFCE-BD00171B7E55}"/>
          </ac:picMkLst>
        </pc:picChg>
        <pc:picChg chg="add mod ord modCrop">
          <ac:chgData name="Kate Parker" userId="2917054de0bc48a0" providerId="LiveId" clId="{F1CEFB28-C78A-4591-A5A8-1345B4514FFC}" dt="2026-04-01T20:35:57.724" v="324" actId="166"/>
          <ac:picMkLst>
            <pc:docMk/>
            <pc:sldMk cId="2400408542" sldId="257"/>
            <ac:picMk id="17" creationId="{6EE77F7E-5E31-6005-019F-31F7DE51F658}"/>
          </ac:picMkLst>
        </pc:picChg>
        <pc:picChg chg="add mod ord modCrop">
          <ac:chgData name="Kate Parker" userId="2917054de0bc48a0" providerId="LiveId" clId="{F1CEFB28-C78A-4591-A5A8-1345B4514FFC}" dt="2026-03-17T21:14:52.750" v="262" actId="166"/>
          <ac:picMkLst>
            <pc:docMk/>
            <pc:sldMk cId="2400408542" sldId="257"/>
            <ac:picMk id="28" creationId="{10EAD6D9-70C0-7006-7336-2F87AF13BF06}"/>
          </ac:picMkLst>
        </pc:picChg>
        <pc:picChg chg="add mod modCrop">
          <ac:chgData name="Kate Parker" userId="2917054de0bc48a0" providerId="LiveId" clId="{F1CEFB28-C78A-4591-A5A8-1345B4514FFC}" dt="2026-03-17T21:04:20.471" v="236" actId="1076"/>
          <ac:picMkLst>
            <pc:docMk/>
            <pc:sldMk cId="2400408542" sldId="257"/>
            <ac:picMk id="30" creationId="{D61D3D5E-E9D4-F265-1CC9-C6FFCB19B67B}"/>
          </ac:picMkLst>
        </pc:picChg>
        <pc:picChg chg="add mod modCrop">
          <ac:chgData name="Kate Parker" userId="2917054de0bc48a0" providerId="LiveId" clId="{F1CEFB28-C78A-4591-A5A8-1345B4514FFC}" dt="2026-03-17T21:15:40.610" v="271" actId="1076"/>
          <ac:picMkLst>
            <pc:docMk/>
            <pc:sldMk cId="2400408542" sldId="257"/>
            <ac:picMk id="33" creationId="{76EC1477-DA8E-D76E-D700-EE91AC1FEF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7DE4B-3684-4E86-B1FF-7EA7A126B03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20B90-C079-4C8B-8B0A-148FA0F6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20B90-C079-4C8B-8B0A-148FA0F666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8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8BE4-648A-3D8A-6CED-E6354B1D4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61CDF-99AB-3379-092D-BC88697DE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C69B2-4B1F-AAC4-7306-5E709ECB5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13915-7B93-F0F2-5174-04CC4671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E3B-B216-D0A9-92CB-107970D1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26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92379-F681-4A35-C5B8-1463B0FF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7161A-4950-E512-AB96-B0C9C7461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C6EB-A44B-BA66-60D0-9E73BBEE7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9F25-58C4-C20D-5E71-AEBC3A93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DC11-8046-2893-1C9D-D2E0B8FF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0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EF92-4BCE-237B-467C-9168633A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0BE96-2002-F613-40AD-5EA51B38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E0AC2-3A2D-6987-F68D-D3FBF8C5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4FCD-DD23-D84B-2019-18687A00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AF05E-374C-25FB-A633-D2C651B1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9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260B-6E5B-CC58-2D62-D30323D9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DD59-17FA-8C39-9177-4A53CEDEC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57371-0A6F-79EE-5BEA-DC70A8F5F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36859-57A9-DC56-4415-4167CD9B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6525A-8641-26B6-8D9C-411341A6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6C10E-00D5-6BEC-9A56-4E253864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7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F130-08EF-34DE-3BA4-1AA9C2E3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F34FD-95A9-F056-7BC3-6A45B1E7B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C67B9-030D-307B-471E-F9161F1DF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A00FD-176F-14DB-026D-0A6527156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1FF6F-81B3-B027-93B7-D29D4D6BD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A04FE-DFF5-84AD-286E-F7F1C9C3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BBD8E-BD5F-752B-97D9-0E116673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0909F-4224-0298-D8DE-C89704B6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4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A68E-717C-C8D2-B83B-B4BD2C89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89C5F-60DF-AEB4-8918-8AF467F7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D079A-56FC-F2CD-07FF-2B1E683FA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ECD2C-1CAC-CCA0-6168-13340250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6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55667-C83F-3566-367F-EE28A19A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39B51-7DAF-2F4B-19E9-E486A0C1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4F21-3480-DB29-1EFD-79E499268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2CCB-1565-2EE9-182F-23C3DE33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A6FC-869D-6AB2-1879-F8B8553A0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6750-9E87-D7B7-50A3-4FB5EEA40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D0FC9-E8B4-AB96-AADE-2625374F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5FA1-BA99-96B8-A496-F6DA6E06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F19AA-5C89-62BE-868E-2CDEC5D1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5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012A-2136-F767-F379-D1A7FDDB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B9CE9-AE5F-7AD2-A812-ABFD581CC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CBCC-8022-5A00-AE50-B9DD821F6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76FEB-AA94-FCEA-1AA2-882F1827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CBD7-8FC3-7D13-54C2-9FDB73DA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78CF2-A792-9A87-6B3F-110EEF6A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6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40B54-BEB4-55ED-C8F8-6ECB9737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BEB24-ED42-0D67-D140-AD02477DC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D5756-F31A-E7DB-EDA2-6D0572B7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1843-36EB-18C0-A587-19D3B8B4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AC41-0073-8168-2DF7-F0A4D5E7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3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6E100-B145-A587-51AD-D2A39EF33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91DBD-DE46-21A3-A04C-ED130E180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1EBAA-8789-3235-FCF3-AC11FBA6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80EE8-D038-603A-D3CB-A2994E43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6FEDD-517D-E7CF-EC1D-DAE20C71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9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430F8-414F-A579-56C7-3E13F8B3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AE8EB-B325-947D-CCDE-6BF25A025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CC8D-50E9-03E7-606E-A85C636AC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A630F-8129-4D75-B864-0AD183A11C8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99E2-E109-A44B-1AE3-A81F66EEB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914E-3D52-1FAF-D8C8-2965C3BB6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BD0D7-6BC7-4ED3-9F5C-C03804D25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4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A8D7DB-E482-756D-3BD9-F3A5A5D8EAD8}"/>
              </a:ext>
            </a:extLst>
          </p:cNvPr>
          <p:cNvGrpSpPr/>
          <p:nvPr/>
        </p:nvGrpSpPr>
        <p:grpSpPr>
          <a:xfrm>
            <a:off x="651771" y="0"/>
            <a:ext cx="7352540" cy="7178467"/>
            <a:chOff x="-182619" y="0"/>
            <a:chExt cx="7352540" cy="717846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0E7315-DB54-CBDD-760C-64FDB704189B}"/>
                </a:ext>
              </a:extLst>
            </p:cNvPr>
            <p:cNvSpPr/>
            <p:nvPr/>
          </p:nvSpPr>
          <p:spPr>
            <a:xfrm>
              <a:off x="0" y="0"/>
              <a:ext cx="7169921" cy="71784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DF7381-EDAB-1979-2542-15622F1DE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116" r="47764"/>
            <a:stretch>
              <a:fillRect/>
            </a:stretch>
          </p:blipFill>
          <p:spPr>
            <a:xfrm>
              <a:off x="-182619" y="6686836"/>
              <a:ext cx="4313499" cy="491631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D61D3D5E-E9D4-F265-1CC9-C6FFCB19B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35"/>
          <a:stretch>
            <a:fillRect/>
          </a:stretch>
        </p:blipFill>
        <p:spPr>
          <a:xfrm>
            <a:off x="1048741" y="182764"/>
            <a:ext cx="6858014" cy="21289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6EC1477-DA8E-D76E-D700-EE91AC1FE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05"/>
          <a:stretch>
            <a:fillRect/>
          </a:stretch>
        </p:blipFill>
        <p:spPr>
          <a:xfrm>
            <a:off x="1048741" y="2390342"/>
            <a:ext cx="6858014" cy="2034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8684CE-ED13-C6B5-E4CC-4C08DF2BD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56"/>
          <a:stretch>
            <a:fillRect/>
          </a:stretch>
        </p:blipFill>
        <p:spPr>
          <a:xfrm>
            <a:off x="1046226" y="4462403"/>
            <a:ext cx="6858014" cy="226161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0EAD6D9-70C0-7006-7336-2F87AF13BF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46" r="96516" b="45485"/>
          <a:stretch>
            <a:fillRect/>
          </a:stretch>
        </p:blipFill>
        <p:spPr>
          <a:xfrm>
            <a:off x="1048741" y="2227880"/>
            <a:ext cx="238968" cy="1677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E77F7E-5E31-6005-019F-31F7DE51F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42" t="83218" b="-1"/>
          <a:stretch>
            <a:fillRect/>
          </a:stretch>
        </p:blipFill>
        <p:spPr>
          <a:xfrm>
            <a:off x="5307495" y="6612184"/>
            <a:ext cx="2596745" cy="49163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C03010F-A6BE-168A-A5AB-84981EA1E127}"/>
              </a:ext>
            </a:extLst>
          </p:cNvPr>
          <p:cNvGrpSpPr/>
          <p:nvPr/>
        </p:nvGrpSpPr>
        <p:grpSpPr>
          <a:xfrm>
            <a:off x="5326545" y="6457449"/>
            <a:ext cx="2430592" cy="338554"/>
            <a:chOff x="8966982" y="4025842"/>
            <a:chExt cx="2430592" cy="338554"/>
          </a:xfrm>
        </p:grpSpPr>
        <p:sp>
          <p:nvSpPr>
            <p:cNvPr id="6" name="Left Bracket 5">
              <a:extLst>
                <a:ext uri="{FF2B5EF4-FFF2-40B4-BE49-F238E27FC236}">
                  <a16:creationId xmlns:a16="http://schemas.microsoft.com/office/drawing/2014/main" id="{3F0720A4-329A-4F01-563A-2E6C943A8338}"/>
                </a:ext>
              </a:extLst>
            </p:cNvPr>
            <p:cNvSpPr/>
            <p:nvPr/>
          </p:nvSpPr>
          <p:spPr>
            <a:xfrm rot="16200000">
              <a:off x="9094020" y="3937626"/>
              <a:ext cx="45719" cy="22215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ket 6">
              <a:extLst>
                <a:ext uri="{FF2B5EF4-FFF2-40B4-BE49-F238E27FC236}">
                  <a16:creationId xmlns:a16="http://schemas.microsoft.com/office/drawing/2014/main" id="{23E00BFB-0F64-3529-98B7-ABC1177A9A6B}"/>
                </a:ext>
              </a:extLst>
            </p:cNvPr>
            <p:cNvSpPr/>
            <p:nvPr/>
          </p:nvSpPr>
          <p:spPr>
            <a:xfrm rot="16200000">
              <a:off x="10113138" y="3937625"/>
              <a:ext cx="45719" cy="22215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Left Bracket 20">
              <a:extLst>
                <a:ext uri="{FF2B5EF4-FFF2-40B4-BE49-F238E27FC236}">
                  <a16:creationId xmlns:a16="http://schemas.microsoft.com/office/drawing/2014/main" id="{4B89920E-670D-38B5-4091-CBA4DD6754E5}"/>
                </a:ext>
              </a:extLst>
            </p:cNvPr>
            <p:cNvSpPr/>
            <p:nvPr/>
          </p:nvSpPr>
          <p:spPr>
            <a:xfrm rot="16200000">
              <a:off x="11224818" y="3937624"/>
              <a:ext cx="45719" cy="222156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5E2ACE-9E2D-619C-0839-4E9BDE059903}"/>
                </a:ext>
              </a:extLst>
            </p:cNvPr>
            <p:cNvSpPr txBox="1"/>
            <p:nvPr/>
          </p:nvSpPr>
          <p:spPr>
            <a:xfrm>
              <a:off x="8966982" y="4025842"/>
              <a:ext cx="29979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**</a:t>
              </a:r>
            </a:p>
            <a:p>
              <a:pPr algn="ctr"/>
              <a:endParaRPr lang="en-US" sz="7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A7D015-D787-FDB1-C2A3-BBA67E63CA7F}"/>
                </a:ext>
              </a:extLst>
            </p:cNvPr>
            <p:cNvSpPr txBox="1"/>
            <p:nvPr/>
          </p:nvSpPr>
          <p:spPr>
            <a:xfrm>
              <a:off x="9986100" y="4025842"/>
              <a:ext cx="29979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**</a:t>
              </a:r>
            </a:p>
            <a:p>
              <a:pPr algn="ctr"/>
              <a:endParaRPr lang="en-US" sz="7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FA8B9F-C33B-0C96-F932-4BD1EF6C70B0}"/>
                </a:ext>
              </a:extLst>
            </p:cNvPr>
            <p:cNvSpPr txBox="1"/>
            <p:nvPr/>
          </p:nvSpPr>
          <p:spPr>
            <a:xfrm>
              <a:off x="11097780" y="4025842"/>
              <a:ext cx="299794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*</a:t>
              </a:r>
            </a:p>
            <a:p>
              <a:pPr algn="ctr"/>
              <a:endParaRPr 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040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4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Parker</dc:creator>
  <cp:lastModifiedBy>Kate Parker</cp:lastModifiedBy>
  <cp:revision>1</cp:revision>
  <dcterms:created xsi:type="dcterms:W3CDTF">2026-03-04T20:18:46Z</dcterms:created>
  <dcterms:modified xsi:type="dcterms:W3CDTF">2026-04-01T20:40:22Z</dcterms:modified>
</cp:coreProperties>
</file>